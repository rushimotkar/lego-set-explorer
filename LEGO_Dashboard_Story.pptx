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Exploring LEGO Sets — Price, Themes &amp; Trends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Interactive Power BI Visualization Story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Power BI dashboard provides insights into LEGO sets, including total count, average price, and themes. It reveals how LEGO's products vary in complexity, pricing, and creativity across age groups.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Sets: 4,386 LEGO sets.</a:t>
            </a:r>
          </a:p>
          <a:p>
            <a:r>
              <a:t>- Average Pieces per Set: ~410.</a:t>
            </a:r>
          </a:p>
          <a:p>
            <a:r>
              <a:t>- Average Price: ~$44.7.</a:t>
            </a:r>
          </a:p>
          <a:p/>
          <a:p>
            <a:r>
              <a:t>LEGO offers a balanced mix of sets catering to beginners and advanced builders.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Thematic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LEGO sets are grouped by theme:</a:t>
            </a:r>
          </a:p>
          <a:p>
            <a:r>
              <a:t>- Star Wars: Microfighters, Episode VI.</a:t>
            </a:r>
          </a:p>
          <a:p>
            <a:r>
              <a:t>- Ninjago: Blaster Bike, Dragon Jet.</a:t>
            </a:r>
          </a:p>
          <a:p>
            <a:r>
              <a:t>- Harry Potter: Grimmauld Place.</a:t>
            </a:r>
          </a:p>
          <a:p>
            <a:r>
              <a:t>- Speed Champions: Aston Martin, Porsche.</a:t>
            </a:r>
          </a:p>
          <a:p/>
          <a:p>
            <a:r>
              <a:t>These collaborations highlight LEGO’s global appeal and storytelling power.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Filtering by Theme and Age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filters allow dynamic exploration:</a:t>
            </a:r>
          </a:p>
          <a:p>
            <a:r>
              <a:t>- Filter by Theme (City, Friends, Star Wars, etc.)</a:t>
            </a:r>
          </a:p>
          <a:p>
            <a:r>
              <a:t>- Filter by Age Range (5–8, 9–12, 13+)</a:t>
            </a:r>
          </a:p>
          <a:p/>
          <a:p>
            <a:r>
              <a:t>Younger users engage with simpler sets, while older audiences enjoy complex builds.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Interesting LEGO Sets:</a:t>
            </a:r>
          </a:p>
          <a:p>
            <a:r>
              <a:t>- AT-AT vs. Tauntaun Microfighters (Star Wars)</a:t>
            </a:r>
          </a:p>
          <a:p>
            <a:r>
              <a:t>- Rocket Assembly &amp; Transport (City)</a:t>
            </a:r>
          </a:p>
          <a:p>
            <a:r>
              <a:t>- The Ice Castle (Minecraft)</a:t>
            </a:r>
          </a:p>
          <a:p>
            <a:r>
              <a:t>- Porsche 911 Turbo 3.0 (Speed Champions)</a:t>
            </a:r>
          </a:p>
          <a:p/>
          <a:p>
            <a:r>
              <a:t>These examples show LEGO’s creative engineering and storytelling.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LEGO’s product diversity is vast (4,386 sets).</a:t>
            </a:r>
          </a:p>
          <a:p>
            <a:r>
              <a:t>- Average 410 pieces per set – mid-range complexity.</a:t>
            </a:r>
          </a:p>
          <a:p>
            <a:r>
              <a:t>- Average price ~$44.7 shows good value.</a:t>
            </a:r>
          </a:p>
          <a:p>
            <a:r>
              <a:t>- Popular franchises dominate sales.</a:t>
            </a:r>
          </a:p>
          <a:p>
            <a:r>
              <a:t>- Dashboard enables personalized data exploration.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dashboard showcases LEGO’s evolution in creativity, affordability, and education. Combining batch insights with interactivity, it helps visualize LEGO’s impact across themes and generations. LEGO continues to inspire imagination — one brick at a time!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